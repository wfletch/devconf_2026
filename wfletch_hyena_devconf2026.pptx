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2EEBA-E5AB-B949-AAD0-C27417493460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18198-40F7-7648-AA02-D9DB717E9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7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9426"/>
            <a:ext cx="9144000" cy="137629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3060" y="719592"/>
            <a:ext cx="3468757" cy="13875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/>
          <p:nvPr userDrawn="1"/>
        </p:nvCxnSpPr>
        <p:spPr>
          <a:xfrm>
            <a:off x="1524000" y="3227800"/>
            <a:ext cx="147761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38719"/>
            <a:ext cx="10515600" cy="9890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46E869-2120-214B-90FB-0C1F20D3D2D9}"/>
              </a:ext>
            </a:extLst>
          </p:cNvPr>
          <p:cNvSpPr/>
          <p:nvPr userDrawn="1"/>
        </p:nvSpPr>
        <p:spPr>
          <a:xfrm>
            <a:off x="0" y="397565"/>
            <a:ext cx="665922" cy="1152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986B-9314-744C-BE16-113191E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83134-15BE-A546-B895-5BB47344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clock&#10;&#10;Description automatically generated">
            <a:extLst>
              <a:ext uri="{FF2B5EF4-FFF2-40B4-BE49-F238E27FC236}">
                <a16:creationId xmlns:a16="http://schemas.microsoft.com/office/drawing/2014/main" id="{3BC437F9-AC86-0540-9A0A-918D54864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5753" y="6356350"/>
            <a:ext cx="1558047" cy="346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11CC4-8B62-7746-AFD2-B61A06551784}"/>
              </a:ext>
            </a:extLst>
          </p:cNvPr>
          <p:cNvSpPr txBox="1"/>
          <p:nvPr userDrawn="1"/>
        </p:nvSpPr>
        <p:spPr>
          <a:xfrm>
            <a:off x="0" y="6611779"/>
            <a:ext cx="1689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"/>
              </a:rPr>
              <a:t>Copyright © 2024 HYENA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A185E44-0C09-14A0-E3D9-47913D6DF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83355"/>
            <a:ext cx="50296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FA19DD11-D068-0E4A-8D95-134F79C17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2004926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2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1632694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44D2B7-5F46-9E43-9FE9-7CB1A51022B9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6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851508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851508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620970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854290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72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595221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672566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352326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3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D7E81-4C5F-C249-A7E3-C83A54DF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8EBD-1F69-2247-8D90-C8A36DFB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CF467E-D129-C34A-A3CD-CFF7DAF7C16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494886"/>
            <a:ext cx="643614" cy="95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3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1" r:id="rId5"/>
    <p:sldLayoutId id="214748366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AFB3FD-2D20-3405-AFBE-D99F4B0687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(Draft)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3A31E-8C59-6255-DB79-2FBFF212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Title 2026</a:t>
            </a:r>
          </a:p>
        </p:txBody>
      </p:sp>
    </p:spTree>
    <p:extLst>
      <p:ext uri="{BB962C8B-B14F-4D97-AF65-F5344CB8AC3E}">
        <p14:creationId xmlns:p14="http://schemas.microsoft.com/office/powerpoint/2010/main" val="302056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ENA">
      <a:dk1>
        <a:srgbClr val="041E3B"/>
      </a:dk1>
      <a:lt1>
        <a:srgbClr val="FFFFFF"/>
      </a:lt1>
      <a:dk2>
        <a:srgbClr val="041E3B"/>
      </a:dk2>
      <a:lt2>
        <a:srgbClr val="92C5EB"/>
      </a:lt2>
      <a:accent1>
        <a:srgbClr val="2699CD"/>
      </a:accent1>
      <a:accent2>
        <a:srgbClr val="A7A9AC"/>
      </a:accent2>
      <a:accent3>
        <a:srgbClr val="041E3B"/>
      </a:accent3>
      <a:accent4>
        <a:srgbClr val="999999"/>
      </a:accent4>
      <a:accent5>
        <a:srgbClr val="0083CD"/>
      </a:accent5>
      <a:accent6>
        <a:srgbClr val="003981"/>
      </a:accent6>
      <a:hlink>
        <a:srgbClr val="2699CD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E405C7E7-E1B5-DD42-8942-D46864D643B2}" vid="{A9433DFD-EED8-024F-A051-7B0303687C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e3f65b-a440-44fc-b359-623bc8031d7f">
      <Terms xmlns="http://schemas.microsoft.com/office/infopath/2007/PartnerControls"/>
    </lcf76f155ced4ddcb4097134ff3c332f>
    <TaxCatchAll xmlns="a35618ab-0886-4825-b12b-453b0fa4c1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ABBC41DB284D4AA9A564D4936243A4" ma:contentTypeVersion="10" ma:contentTypeDescription="Create a new document." ma:contentTypeScope="" ma:versionID="f3d0c97be197659e0fbf45be14ff19f7">
  <xsd:schema xmlns:xsd="http://www.w3.org/2001/XMLSchema" xmlns:xs="http://www.w3.org/2001/XMLSchema" xmlns:p="http://schemas.microsoft.com/office/2006/metadata/properties" xmlns:ns2="2ce3f65b-a440-44fc-b359-623bc8031d7f" xmlns:ns3="a35618ab-0886-4825-b12b-453b0fa4c1c2" targetNamespace="http://schemas.microsoft.com/office/2006/metadata/properties" ma:root="true" ma:fieldsID="f90176ce7b58b70318a20115648e482d" ns2:_="" ns3:_="">
    <xsd:import namespace="2ce3f65b-a440-44fc-b359-623bc8031d7f"/>
    <xsd:import namespace="a35618ab-0886-4825-b12b-453b0fa4c1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3f65b-a440-44fc-b359-623bc8031d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71700a9-9f8f-4098-877b-b7b3c4d3d4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618ab-0886-4825-b12b-453b0fa4c1c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1e8e11e-46d7-407e-b4c2-0557d2fbf00e}" ma:internalName="TaxCatchAll" ma:showField="CatchAllData" ma:web="a35618ab-0886-4825-b12b-453b0fa4c1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3BBE98-0C10-4CB2-B80B-4F79840A1265}">
  <ds:schemaRefs>
    <ds:schemaRef ds:uri="http://www.w3.org/XML/1998/namespace"/>
    <ds:schemaRef ds:uri="2ce3f65b-a440-44fc-b359-623bc8031d7f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35618ab-0886-4825-b12b-453b0fa4c1c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02BFA56-EC62-47C1-99A3-95754EA42E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01D088-D3A6-4838-B927-FBC520DE5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e3f65b-a440-44fc-b359-623bc8031d7f"/>
    <ds:schemaRef ds:uri="a35618ab-0886-4825-b12b-453b0fa4c1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HYENA - v2.7</Template>
  <TotalTime>29</TotalTime>
  <Words>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Working Title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Warren Fletcher</dc:creator>
  <cp:keywords>Hydrogen, Energy, HYENA</cp:keywords>
  <dc:description/>
  <cp:lastModifiedBy>Warren Fletcher</cp:lastModifiedBy>
  <cp:revision>4</cp:revision>
  <cp:lastPrinted>2019-10-22T12:40:42Z</cp:lastPrinted>
  <dcterms:created xsi:type="dcterms:W3CDTF">2026-01-09T07:12:16Z</dcterms:created>
  <dcterms:modified xsi:type="dcterms:W3CDTF">2026-04-10T07:11:57Z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32100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SIP_Label_defa4170-0d19-0005-0004-bc88714345d2_Enabled">
    <vt:lpwstr>true</vt:lpwstr>
  </property>
  <property fmtid="{D5CDD505-2E9C-101B-9397-08002B2CF9AE}" pid="12" name="MSIP_Label_defa4170-0d19-0005-0004-bc88714345d2_SetDate">
    <vt:lpwstr>2022-11-10T10:49:11Z</vt:lpwstr>
  </property>
  <property fmtid="{D5CDD505-2E9C-101B-9397-08002B2CF9AE}" pid="13" name="MSIP_Label_defa4170-0d19-0005-0004-bc88714345d2_Method">
    <vt:lpwstr>Standard</vt:lpwstr>
  </property>
  <property fmtid="{D5CDD505-2E9C-101B-9397-08002B2CF9AE}" pid="14" name="MSIP_Label_defa4170-0d19-0005-0004-bc88714345d2_Name">
    <vt:lpwstr>defa4170-0d19-0005-0004-bc88714345d2</vt:lpwstr>
  </property>
  <property fmtid="{D5CDD505-2E9C-101B-9397-08002B2CF9AE}" pid="15" name="MSIP_Label_defa4170-0d19-0005-0004-bc88714345d2_SiteId">
    <vt:lpwstr>54c07828-9dd5-4409-941f-28aaf684a1f2</vt:lpwstr>
  </property>
  <property fmtid="{D5CDD505-2E9C-101B-9397-08002B2CF9AE}" pid="16" name="MSIP_Label_defa4170-0d19-0005-0004-bc88714345d2_ActionId">
    <vt:lpwstr>d51c7274-3f60-4064-a653-2a16d5915353</vt:lpwstr>
  </property>
  <property fmtid="{D5CDD505-2E9C-101B-9397-08002B2CF9AE}" pid="17" name="MSIP_Label_defa4170-0d19-0005-0004-bc88714345d2_ContentBits">
    <vt:lpwstr>0</vt:lpwstr>
  </property>
  <property fmtid="{D5CDD505-2E9C-101B-9397-08002B2CF9AE}" pid="18" name="MediaServiceImageTags">
    <vt:lpwstr/>
  </property>
  <property fmtid="{D5CDD505-2E9C-101B-9397-08002B2CF9AE}" pid="19" name="ContentTypeId">
    <vt:lpwstr>0x01010046ABBC41DB284D4AA9A564D4936243A4</vt:lpwstr>
  </property>
</Properties>
</file>